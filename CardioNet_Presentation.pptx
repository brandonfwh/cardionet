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40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CardioNet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463040" y="1554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Cardiovascular Disease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from 12-Lead ECG Signals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463040" y="2834640"/>
            <a:ext cx="228600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Hack4Health AI Challenge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Division Submission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Whitehead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2194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 from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cause of death globally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64008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234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ECGs are cheap and ubiquitous, but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requires trained cardiologists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377440"/>
            <a:ext cx="64008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423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and low-resource settings,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cardiologist access is severely limited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deep learning read ECGs like a cardiologist?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146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822960" cy="82296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PTB-XL: 21,799 clinical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 ECG recordings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PhysioNet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25146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Squeeze-and-Excitation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514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188720"/>
            <a:ext cx="25146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0" y="1463040"/>
            <a:ext cx="822960" cy="822960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Grad-CAM heatmaps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parts of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heartbeat matter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use tabular CSVs. We work with raw biomedical signals.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Dataset: PTB-XL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7452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21,799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Recordings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188720"/>
            <a:ext cx="187452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Leads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87452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sec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188720"/>
            <a:ext cx="187452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280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743200"/>
            <a:ext cx="64008" cy="1645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Framing: Binary Classification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Abnormality (MI, STTC, CD, HYP)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sourced, de-identified, freely available from PhysioNet.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stratified folds for reproducible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CardioNet: 1D ResNet + Squeeze-and-Excitation Attention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1234440" cy="1371600"/>
          </a:xfrm>
          <a:prstGeom prst="rect">
            <a:avLst/>
          </a:prstGeom>
          <a:solidFill>
            <a:srgbClr val="2A9D8F">
              <a:alpha val="85000"/>
            </a:srgbClr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x 1000)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011680"/>
            <a:ext cx="182880" cy="182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37360" y="1554480"/>
            <a:ext cx="1234440" cy="1371600"/>
          </a:xfrm>
          <a:prstGeom prst="rect">
            <a:avLst/>
          </a:prstGeom>
          <a:solidFill>
            <a:srgbClr val="1A3C5E">
              <a:alpha val="85000"/>
            </a:srgbClr>
          </a:solidFill>
          <a:ln w="19050">
            <a:solidFill>
              <a:srgbClr val="1A3C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3736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k=25, s=2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01168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1554480"/>
            <a:ext cx="1234440" cy="1371600"/>
          </a:xfrm>
          <a:prstGeom prst="rect">
            <a:avLst/>
          </a:prstGeom>
          <a:solidFill>
            <a:srgbClr val="1A3C5E">
              <a:alpha val="85000"/>
            </a:srgbClr>
          </a:solidFill>
          <a:ln w="19050">
            <a:solidFill>
              <a:srgbClr val="1A3C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Stages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0040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64-128-256-512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11680"/>
            <a:ext cx="182880" cy="182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1554480"/>
            <a:ext cx="1234440" cy="1371600"/>
          </a:xfrm>
          <a:prstGeom prst="rect">
            <a:avLst/>
          </a:prstGeom>
          <a:solidFill>
            <a:srgbClr val="E63946">
              <a:alpha val="85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6344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weights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01168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1554480"/>
            <a:ext cx="1234440" cy="1371600"/>
          </a:xfrm>
          <a:prstGeom prst="rect">
            <a:avLst/>
          </a:prstGeom>
          <a:solidFill>
            <a:srgbClr val="1A3C5E">
              <a:alpha val="85000"/>
            </a:srgbClr>
          </a:solidFill>
          <a:ln w="19050">
            <a:solidFill>
              <a:srgbClr val="1A3C5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12648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12648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FC</a:t>
            </a:r>
            <a:endParaRPr lang="en-US" sz="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011680"/>
            <a:ext cx="182880" cy="1828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589520" y="1554480"/>
            <a:ext cx="1234440" cy="1371600"/>
          </a:xfrm>
          <a:prstGeom prst="rect">
            <a:avLst/>
          </a:prstGeom>
          <a:solidFill>
            <a:srgbClr val="2A9D8F">
              <a:alpha val="85000"/>
            </a:srgbClr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589520" y="1645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CVD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58952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9184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65760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for stable training of deep networks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8620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3444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Channel Attention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65760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feature channels (leads) matter most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480560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23444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18.7M Parameters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end-to-end on a single T4 GPU in ~30 minutes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22960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461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3703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discriminative ability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normal and CVD-affected ECGs.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to CVD cases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better to flag a healthy patient for follow-up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to miss a cardiovascular abnormality.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Explainability: 1D Grad-CAM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clinicians exactly what the model sees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2926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gradients of the predicted class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score w.r.t. final conv layer activations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Global average pool gradients to get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per-channel importance weights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Weighted sum of activations + ReLU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produces temporal attention map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Interpolate and overlay on ECG waveform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as a color heatmap (yellow/red = high attention)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Relevance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ST-segment highlighting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ischemia cases aligns with cardiologist practice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complex attention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conduction disturbance cases matches known physiology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 verify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reasoning before acting on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Translational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real-world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0175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2402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ECG devices already exist for $30-80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(AliveCor KardiaMobile, etc.)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compressed AI model on embedded hardware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automate cardiac screening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point-of-care screening in: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Rural clinics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Community pharmacies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Developing nations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Path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22402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 via TFLite/ONNX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4-10x size reduction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hardware: ESP32 or Raspberry Pi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edge inference at the point of care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embedded systems background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(ESP32, sensors, microcontrollers) makes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 concrete next step, not a hypothetical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CardioNet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cardiac screening accessible through AI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CardioNet: Deep Learning for CVD Detection from ECG Signals</dc:title>
  <dc:subject>PptxGenJS Presentation</dc:subject>
  <dc:creator>CardioNet Team</dc:creator>
  <cp:lastModifiedBy>CardioNet Team</cp:lastModifiedBy>
  <cp:revision>1</cp:revision>
  <dcterms:created xsi:type="dcterms:W3CDTF">2026-03-05T08:07:33Z</dcterms:created>
  <dcterms:modified xsi:type="dcterms:W3CDTF">2026-03-05T08:07:33Z</dcterms:modified>
</cp:coreProperties>
</file>